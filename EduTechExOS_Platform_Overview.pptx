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EduTechExOS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5B4FC"/>
                </a:solidFill>
              </a:rPr>
              <a:t>The All-in-One Operating System for EduTechEx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Real-time Messaging  ·  AI Copilot  ·  Meetings  ·  Kanban  ·  Attendance  · 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5B4FC"/>
                </a:solidFill>
              </a:rPr>
              <a:t>Presented by EduTechEx  | 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EduTechExOS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B4FC"/>
                </a:solidFill>
              </a:rPr>
              <a:t>Why we needed to build our own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27432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BEFORE (Pain Points)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AFTER (EduTechExOS)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CA5A5"/>
                </a:solidFill>
              </a:rPr>
              <a:t>✗  Slack/Teams = expensive SaaS, no org-specific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EE7B7"/>
                </a:solidFill>
              </a:rPr>
              <a:t>✓  Self-hosted, zero per-seat SaaS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5915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CA5A5"/>
                </a:solidFill>
              </a:rPr>
              <a:t>✗  Google Meet is generic, no channel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5915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EE7B7"/>
                </a:solidFill>
              </a:rPr>
              <a:t>✓  Jitsi meetings embedded in channel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26664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CA5A5"/>
                </a:solidFill>
              </a:rPr>
              <a:t>✗  Attendance tracked in spreadsheets (error-prone)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26664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EE7B7"/>
                </a:solidFill>
              </a:rPr>
              <a:t>✓  Auto attendance from login/logout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9417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CA5A5"/>
                </a:solidFill>
              </a:rPr>
              <a:t>✗  Leave approvals via email chains (slow, untracked)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9417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EE7B7"/>
                </a:solidFill>
              </a:rPr>
              <a:t>✓  Leave calendar + admin approval in one click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6168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CA5A5"/>
                </a:solidFill>
              </a:rPr>
              <a:t>✗  AI tools disconnected from team conversations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36168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EE7B7"/>
                </a:solidFill>
              </a:rPr>
              <a:t>✓  Gemini AI reads channel history to answer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CA5A5"/>
                </a:solidFill>
              </a:rPr>
              <a:t>✗  No single source of truth for tasks, wiki &amp; comms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0292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EE7B7"/>
                </a:solidFill>
              </a:rPr>
              <a:t>✓  Kanban + Wiki + Messaging in one unified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188720"/>
            <a:ext cx="36576" cy="5303520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Platform Architecture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B4FC"/>
                </a:solidFill>
              </a:rPr>
              <a:t>How EduTechExOS is built under the hood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27432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371600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3560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91E2F"/>
                </a:solidFill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41732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Next.js 15  ·  React 19  ·  TypeScript  ·  Tailwind CSS  ·  Framer Motion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84248"/>
            <a:ext cx="1371600" cy="502920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0939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91E2F"/>
                </a:solidFill>
              </a:rPr>
              <a:t>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075688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Zustand (persist)  ·  Socket.IO-client  ·  AES-256 message encryption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42615"/>
            <a:ext cx="13716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752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91E2F"/>
                </a:solidFill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734056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Node.js  ·  Express.js 4  ·  Socket.IO 4  ·  JWT Auth  ·  bcrypt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00984"/>
            <a:ext cx="137160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410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91E2F"/>
                </a:solidFill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392424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MongoDB + Mongoose  ·  20+ models  ·  GridFS-ready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59352"/>
            <a:ext cx="1371600" cy="5029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069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91E2F"/>
                </a:solidFill>
              </a:rPr>
              <a:t>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050791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Google Gemini (primary)  ·  OpenAI GPT-4o-mini (fallback)  ·  AI SDK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17720"/>
            <a:ext cx="137160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74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91E2F"/>
                </a:solidFill>
              </a:rPr>
              <a:t>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709159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Cloudinary (media)  ·  Backblaze B2  ·  Cloudflare R2  ·  Base64/MongoDB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76088"/>
            <a:ext cx="1371600" cy="50292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3858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91E2F"/>
                </a:solidFill>
              </a:rPr>
              <a:t>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367528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Frontend → Vercel  ·  Backend → Render  ·  Real-time via WebSockets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Landing Page &amp; Public Presence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B4FC"/>
                </a:solidFill>
              </a:rPr>
              <a:t>Route: /  (public-facing marketing + feature overview)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27432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394960" cy="777240"/>
          </a:xfrm>
          <a:prstGeom prst="rect">
            <a:avLst/>
          </a:prstGeom>
          <a:solidFill>
            <a:srgbClr val="2D3156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</a:rPr>
              <a:t>Project Channels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7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7D2FE"/>
                </a:solidFill>
              </a:rPr>
              <a:t>Org-wide chat rooms per team/subject, always in sync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5394960" cy="777240"/>
          </a:xfrm>
          <a:prstGeom prst="rect">
            <a:avLst/>
          </a:prstGeom>
          <a:solidFill>
            <a:srgbClr val="2D3156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</a:rPr>
              <a:t>Embedded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786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7D2FE"/>
                </a:solidFill>
              </a:rPr>
              <a:t>Gemini-powered assistant trained on your workspace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54680"/>
            <a:ext cx="5394960" cy="777240"/>
          </a:xfrm>
          <a:prstGeom prst="rect">
            <a:avLst/>
          </a:prstGeom>
          <a:solidFill>
            <a:srgbClr val="2D3156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200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</a:rPr>
              <a:t>Auto Task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930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7D2FE"/>
                </a:solidFill>
              </a:rPr>
              <a:t>AI reads messages and creates Kanban cards automatically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69080"/>
            <a:ext cx="5394960" cy="777240"/>
          </a:xfrm>
          <a:prstGeom prst="rect">
            <a:avLst/>
          </a:prstGeom>
          <a:solidFill>
            <a:srgbClr val="2D3156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1148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</a:rPr>
              <a:t>Morning Digest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4074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7D2FE"/>
                </a:solidFill>
              </a:rPr>
              <a:t>Daily AI-generated briefing from overnight activity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83480"/>
            <a:ext cx="5394960" cy="777240"/>
          </a:xfrm>
          <a:prstGeom prst="rect">
            <a:avLst/>
          </a:prstGeom>
          <a:solidFill>
            <a:srgbClr val="2D3156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5029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</a:rPr>
              <a:t>Attendance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218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7D2FE"/>
                </a:solidFill>
              </a:rPr>
              <a:t>Login/logout events auto-logged; calendar view for HR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325880"/>
            <a:ext cx="5394960" cy="777240"/>
          </a:xfrm>
          <a:prstGeom prst="rect">
            <a:avLst/>
          </a:prstGeom>
          <a:solidFill>
            <a:srgbClr val="2D3156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</a:rPr>
              <a:t>Broadcast &amp;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664207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7D2FE"/>
                </a:solidFill>
              </a:rPr>
              <a:t>Org-wide announcements from admin to all members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240280"/>
            <a:ext cx="5394960" cy="777240"/>
          </a:xfrm>
          <a:prstGeom prst="rect">
            <a:avLst/>
          </a:prstGeom>
          <a:solidFill>
            <a:srgbClr val="2D3156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2286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</a:rPr>
              <a:t>Org Knowledge 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578608"/>
            <a:ext cx="51206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7D2FE"/>
                </a:solidFill>
              </a:rPr>
              <a:t>Collaborative wiki with rich-text editor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154680"/>
            <a:ext cx="5394960" cy="777240"/>
          </a:xfrm>
          <a:prstGeom prst="rect">
            <a:avLst/>
          </a:prstGeom>
          <a:solidFill>
            <a:srgbClr val="2D3156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3200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</a:rPr>
              <a:t>Activity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4930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7D2FE"/>
                </a:solidFill>
              </a:rPr>
              <a:t>Per-user session logs visible to admins in real 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069080"/>
            <a:ext cx="5394960" cy="777240"/>
          </a:xfrm>
          <a:prstGeom prst="rect">
            <a:avLst/>
          </a:prstGeom>
          <a:solidFill>
            <a:srgbClr val="2D3156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41148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</a:rPr>
              <a:t>Member Onboarding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074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7D2FE"/>
                </a:solidFill>
              </a:rPr>
              <a:t>Email-invite system → guided signup → instant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Authentication, Invite System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B4FC"/>
                </a:solidFill>
              </a:rPr>
              <a:t>Routes: /sign-up-login-screen  ·  /invite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27432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394960" cy="1554480"/>
          </a:xfrm>
          <a:prstGeom prst="rect">
            <a:avLst/>
          </a:prstGeom>
          <a:solidFill>
            <a:srgbClr val="1E2240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Admin Invite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Admin generates a unique token → email sent → recipient opens /invite link → fills name + password → account created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5394960" cy="1554480"/>
          </a:xfrm>
          <a:prstGeom prst="rect">
            <a:avLst/>
          </a:prstGeom>
          <a:solidFill>
            <a:srgbClr val="1E2240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Email + password → bcrypt compare → JWT issued (stored in localStorage) → dashboard loads → Socket.IO connects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5394960" cy="1554480"/>
          </a:xfrm>
          <a:prstGeom prst="rect">
            <a:avLst/>
          </a:prstGeom>
          <a:solidFill>
            <a:srgbClr val="1E2240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108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Access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Users without an invite can submit an Access Request → admin sees pending list → approve/decline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27045"/>
            <a:ext cx="5394960" cy="1554480"/>
          </a:xfrm>
          <a:prstGeom prst="rect">
            <a:avLst/>
          </a:prstGeom>
          <a:solidFill>
            <a:srgbClr val="1E2240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108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Security Layers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474720"/>
            <a:ext cx="51206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</a:rPr>
              <a:t>encryption on every message body in MongoDB · JWT expiry · </a:t>
            </a:r>
            <a:r>
              <a:rPr sz="1050" b="0" i="0" dirty="0" err="1">
                <a:solidFill>
                  <a:srgbClr val="FFFFFF"/>
                </a:solidFill>
              </a:rPr>
              <a:t>bcrypt</a:t>
            </a:r>
            <a:r>
              <a:rPr sz="1050" b="0" i="0" dirty="0">
                <a:solidFill>
                  <a:srgbClr val="FFFFFF"/>
                </a:solidFill>
              </a:rPr>
              <a:t> hashing · invite tokens are single-use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09160"/>
            <a:ext cx="5394960" cy="1554480"/>
          </a:xfrm>
          <a:prstGeom prst="rect">
            <a:avLst/>
          </a:prstGeom>
          <a:solidFill>
            <a:srgbClr val="1E2240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800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Change Password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663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Settings → Security tab → old password verified → bcrypt re-hash → token refreshed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709160"/>
            <a:ext cx="5394960" cy="1554480"/>
          </a:xfrm>
          <a:prstGeom prst="rect">
            <a:avLst/>
          </a:prstGeom>
          <a:solidFill>
            <a:srgbClr val="1E2240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4800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Removed Members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1663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Admin removes user → account deactivated · stored in RemovedMember collection · re-apply flow 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Main Dashboard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B4FC"/>
                </a:solidFill>
              </a:rPr>
              <a:t>Route: /dashboard  ·  Central hub for all team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27432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</a:rPr>
              <a:t>DASHBOARD ZONES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201168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Left Sidebar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82880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Channel list, DM list, member presence indicators, workspace switcher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50592"/>
            <a:ext cx="201168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61518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Top 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58775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Active channel name, search, meeting button, notification bell, user avatar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9544"/>
            <a:ext cx="201168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37413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Message Feed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346703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Real-time chat with reactions, replies, pins, bookmarks, file previews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68496"/>
            <a:ext cx="201168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13308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Right 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105656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AI Copilot, Kanban board, Wiki, Leave panel, Insights, Attendance, Search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27448"/>
            <a:ext cx="201168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Settings Panel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864608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 tabs: Profile · Appearance · Notifications · Meeting · Security · Privacy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486400"/>
            <a:ext cx="201168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56509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Voice/Video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62356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In-line voice notes, screen recording, instant Jitsi meetings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Real-time Messaging — Feature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B4FC"/>
                </a:solidFill>
              </a:rPr>
              <a:t>Socket.IO · AES-256 encrypted · instant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27432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Interaction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File &amp; Media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Send rich text messages (Tiptap editor)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391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Emoji reactions (click any message)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8658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Thread replies per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3405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Pin a message (private to you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815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Bookmark messages for personal 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@mention teammates → triggers notification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764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Real-time typing indicators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239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Presence: Online / Away / Do Not Disturb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File attachments: images, video, audio, PDF/DOC/ZIP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Images/video stored on Cloudinary (CDN)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8658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Raw files (PDF etc.) stored as base64 in MongoDB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3405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Screen recording sent directly to the channel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815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Voice notes recorded in-browser, shared inline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290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Message search with full-text keyword 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764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Deduplication via clientId → server echo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239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Optimistic UI: message shows instantly, confirmed by socket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188720"/>
            <a:ext cx="36576" cy="5303520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Voice Notes, Screen Recording &amp; File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B4FC"/>
                </a:solidFill>
              </a:rPr>
              <a:t>In-browser media capture — no external app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27432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394960" cy="2194560"/>
          </a:xfrm>
          <a:prstGeom prst="rect">
            <a:avLst/>
          </a:prstGeom>
          <a:solidFill>
            <a:srgbClr val="1E2240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5B4FC"/>
                </a:solidFill>
              </a:rPr>
              <a:t>Voice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Click microphone icon in MessageInput → MediaRecorder captures audio in-browser → uploaded to Cloudinary (audio/*) → audio player embedded in message feed → all channel members can play it back instantly.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5394960" cy="2194560"/>
          </a:xfrm>
          <a:prstGeom prst="rect">
            <a:avLst/>
          </a:prstGeom>
          <a:solidFill>
            <a:srgbClr val="1E2240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5B4FC"/>
                </a:solidFill>
              </a:rPr>
              <a:t>Screen Recording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Click record button → browser prompts screen + audio permission → MediaRecorder records the stream → on stop: file auto-attached to message input → user sends it → stored on Cloudinary → sender AND all members see the video inline.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5394960" cy="2194560"/>
          </a:xfrm>
          <a:prstGeom prst="rect">
            <a:avLst/>
          </a:prstGeom>
          <a:solidFill>
            <a:srgbClr val="1E2240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7947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5B4FC"/>
                </a:solidFill>
              </a:rPr>
              <a:t>File Attachments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06240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Drag &amp; drop or click paperclip → smartUpload() routes by type: images/video/audio → Cloudinary · PDF/DOC/ZIP → base64 MongoDB (max 5 MB) · media files max 10 MB. Download links shown in message feed.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703320"/>
            <a:ext cx="5394960" cy="2194560"/>
          </a:xfrm>
          <a:prstGeom prst="rect">
            <a:avLst/>
          </a:prstGeom>
          <a:solidFill>
            <a:srgbClr val="1E2240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7947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5B4FC"/>
                </a:solidFill>
              </a:rPr>
              <a:t>Permissions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206240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Pre-flight microphone permission check before any recording attempt. If browser has blocked mic: actionable toast with exact steps (click lock icon → Microphone → Allow → refresh). Screen-share cancel vs audio-block produce distinct error messages.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Meeting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B4FC"/>
                </a:solidFill>
              </a:rPr>
              <a:t>Instant Jitsi meetings · Scheduled sessions · /meeting/[code] 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27432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INSTANT MEETINGS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SCHEDULED MEETINGS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Click 'Start Meeting' in any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39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System generates: edutechexos-{channel}-{timestamp}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865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Jitsi URL: https://meet.jit.si/{roomSlug}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340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Link stored in meeting notification with joinLink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815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All channel members receive notification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Any member clicks 'Join Meeting' button in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76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Everyone joins the SAME Jitsi room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239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Free, open-source, no account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Admin or user schedules via Meeting Settings tab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Date, time, channel, description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865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Stored in MeetingRequest 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340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Notification broadcast to all invited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815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joinLink included in notification for one-click join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/meeting/[code] route: dedicated room 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76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MeetingAccess model controls who can enter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239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Participant list, join/leave events tracked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188720"/>
            <a:ext cx="36576" cy="5303520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Copilot &amp;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B4FC"/>
                </a:solidFill>
              </a:rPr>
              <a:t>Google Gemini primary · OpenAI GPT-4o-mini fallback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27432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394960" cy="1554480"/>
          </a:xfrm>
          <a:prstGeom prst="rect">
            <a:avLst/>
          </a:prstGeom>
          <a:solidFill>
            <a:srgbClr val="1E18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B4FC"/>
                </a:solidFill>
              </a:rPr>
              <a:t>Conversational 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Ask the AI Copilot anything about your workspace, team, channels, or tasks. Gemini reads channel history and member context before answering.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5394960" cy="1554480"/>
          </a:xfrm>
          <a:prstGeom prst="rect">
            <a:avLst/>
          </a:prstGeom>
          <a:solidFill>
            <a:srgbClr val="1E18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B4FC"/>
                </a:solidFill>
              </a:rPr>
              <a:t>Auto Task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AI monitors messages for action items and automatically creates Kanban cards in the correct column — no manual ticket creation needed.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5394960" cy="1554480"/>
          </a:xfrm>
          <a:prstGeom prst="rect">
            <a:avLst/>
          </a:prstGeom>
          <a:solidFill>
            <a:srgbClr val="1E18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108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B4FC"/>
                </a:solidFill>
              </a:rPr>
              <a:t>Morning Digest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Scheduled job generates a daily AI briefing summarising overnight messages, new tasks, and attendance patterns — sent to every member at start of 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394960" cy="1554480"/>
          </a:xfrm>
          <a:prstGeom prst="rect">
            <a:avLst/>
          </a:prstGeom>
          <a:solidFill>
            <a:srgbClr val="1E18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108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B4FC"/>
                </a:solidFill>
              </a:rPr>
              <a:t>Smart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4747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Natural-language search across messages, wiki pages, and Kanban cards. AI ranks results by relevance, not just keyword match.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09160"/>
            <a:ext cx="5394960" cy="1554480"/>
          </a:xfrm>
          <a:prstGeom prst="rect">
            <a:avLst/>
          </a:prstGeom>
          <a:solidFill>
            <a:srgbClr val="1E18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800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B4FC"/>
                </a:solidFill>
              </a:rPr>
              <a:t>Availability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663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Admin Availability tab uses AI to surface patterns: who is consistently away, peak active hours, suggested meeting windows.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709160"/>
            <a:ext cx="5394960" cy="1554480"/>
          </a:xfrm>
          <a:prstGeom prst="rect">
            <a:avLst/>
          </a:prstGeom>
          <a:solidFill>
            <a:srgbClr val="1E18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4800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B4FC"/>
                </a:solidFill>
              </a:rPr>
              <a:t>Fallback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1663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If Gemini API fails or rate-limits: automatic fallback to OpenAI GPT-4o-mini. User sees no interruption — fully transparent failover.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Workspace Tools — Kanban Board &amp; Wiki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B4FC"/>
                </a:solidFill>
              </a:rPr>
              <a:t>Right-rail panels · KanbanTask + WikiPage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27432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KANBAN 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ORG KNOWLEDGE BASE (WIKI)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4 columns: Backlog → In Progress → Review →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39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Create cards manually or via AI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865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Drag &amp; drop cards between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340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Assign cards to team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815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Set due dates and priority levels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Card detail modal: description, comments, attachments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76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Per-channel or workspace-wide view toggle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239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Real-time sync: card moves visible to all via Socket.IO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Rich text editor powered by Tiptap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Supports headings, bold, lists, code blocks, links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865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Create, edit, delete wiki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340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Pages stored in WikiPage MongoDB collection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815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Per-page version: author + timestamp visible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All members can read; admins/creators can 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76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Search integration: wiki pages appear in global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239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Sidebar navigation lists all pages alphabetically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188720"/>
            <a:ext cx="36576" cy="5303520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Leave Management &amp; Attendance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B4FC"/>
                </a:solidFill>
              </a:rPr>
              <a:t>Leave · LoginEvent · ActivitySession · AuditLog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27432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</a:rPr>
              <a:t>LEAVE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ATTENDANCE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Member submits leave request from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39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Sets: type (casual/sick/earned), dates, 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865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Admin sees pending requests in Admin → Leaves tab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340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One-click Approve / Decline with comment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815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Approved leaves appear in Leave Calendar (visual)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Members can see their own leave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76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Leave balance tracked per member per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239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Admin can manually adjust leave balances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Auto-logged on every login event (LoginEvent model)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Logout / session-end also recorded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865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ActivitySession tracks active usage duration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340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UserAttendanceCalendar: heatmap view per 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815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LoginTrackerCalendar: month view with daily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Admin sees ALL members' attendance in one 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76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Late arrivals, absences flagged automatically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239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Export-ready data for HR/payroll integration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188720"/>
            <a:ext cx="36576" cy="5303520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Admin Panel — Complete Control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B4FC"/>
                </a:solidFill>
              </a:rPr>
              <a:t>Route: /admin  ·  12 management tabs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27432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39496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44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People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34416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View all members, roles, status; remove or promote users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67128"/>
            <a:ext cx="539496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2311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Requests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3113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Approve / decline incoming access requests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54096"/>
            <a:ext cx="539496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11810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Invites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18103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Generate invite tokens; view pending/accepted invites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41064"/>
            <a:ext cx="539496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005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Channels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00507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Create, rename, archive workspace channels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28031"/>
            <a:ext cx="539496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Broadcast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8920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Send org-wide announcements to all members at once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15000"/>
            <a:ext cx="539496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779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Activity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77900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Real-time activity log; /admin/activity for drill-down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280160"/>
            <a:ext cx="539496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1344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Attendance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134416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Full attendance grid: all members x all days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167128"/>
            <a:ext cx="539496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22311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Desktop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23113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AWActivity model: track which apps members use (opt-in)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054096"/>
            <a:ext cx="539496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311810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Availability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118103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AdminAvailability: set office hours, view who's online now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941064"/>
            <a:ext cx="539496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4005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Leaves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00507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Manage all leave requests; approve/decline; view calendar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828031"/>
            <a:ext cx="539496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4652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Leave Calendar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8920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Visual month-grid of approved leaves across all members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5715000"/>
            <a:ext cx="5394960" cy="749808"/>
          </a:xfrm>
          <a:prstGeom prst="rect">
            <a:avLst/>
          </a:prstGeom>
          <a:solidFill>
            <a:srgbClr val="1E2240"/>
          </a:solidFill>
          <a:ln w="12700">
            <a:solidFill>
              <a:srgbClr val="3E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46520" y="5779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Audit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77900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AuditLog: every admin action timestamped for compliance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Notifications, Alerts &amp; Presence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B4FC"/>
                </a:solidFill>
              </a:rPr>
              <a:t>Socket.IO events · per-user filtering · real-time bell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27432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B4FC"/>
                </a:solidFill>
              </a:rPr>
              <a:t>NOTIFICATION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48640" cy="1188720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4A89"/>
                </a:solidFill>
              </a:rPr>
              <a:t>Reply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Someone replies to your message in any channel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4864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1783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Reaction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1488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Emoji reaction added to your message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63240"/>
            <a:ext cx="54864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154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Pin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5204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 message in your channel is pinned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063240"/>
            <a:ext cx="54864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20" y="3154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5204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 Kanban card is assigned to you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34840"/>
            <a:ext cx="548640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526279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Mention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8920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@mention in any channel message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4434840"/>
            <a:ext cx="54864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03720" y="4526279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Meeting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8920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Meeting started / scheduled — includes Join Meeting button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69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</a:rPr>
              <a:t>PRESENCE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Online (green) · Away (amber, after 5m idle) · Do Not Disturb (red, user-set) · Offline (grey) — updated via Socket.IO heartbeat every 30s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Pros, Cons &amp; Honest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B4FC"/>
                </a:solidFill>
              </a:rPr>
              <a:t>An objective look at EduTechExOS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27432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PROS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</a:rPr>
              <a:t>▸  Zero per-seat SaaS cost — fully self-hosted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305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</a:rPr>
              <a:t>▸  Completely customisable for EduTechEx 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94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</a:rPr>
              <a:t>▸  AI deeply integrated (not bolted-on)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083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</a:rPr>
              <a:t>▸  End-to-end AES-256 message encryption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472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</a:rPr>
              <a:t>▸  Jitsi meetings: free, no account, no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86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</a:rPr>
              <a:t>▸  Real-time everything via Socket.IO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25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</a:rPr>
              <a:t>▸  Attendance auto-tracked — zero admin effort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640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</a:rPr>
              <a:t>▸  Single app replaces 5+ external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029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</a:rPr>
              <a:t>▸  Leave, wiki, kanban all in one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41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</a:rPr>
              <a:t>▸  Full data ownership &amp; compliance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CA5A5"/>
                </a:solidFill>
              </a:rPr>
              <a:t>▸  Render free tier → 50s cold start on first visit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305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CA5A5"/>
                </a:solidFill>
              </a:rPr>
              <a:t>▸  No native mobile app (web only currently)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694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CA5A5"/>
                </a:solidFill>
              </a:rPr>
              <a:t>▸  File size limits: 5 MB raw, 10 MB media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083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CA5A5"/>
                </a:solidFill>
              </a:rPr>
              <a:t>▸  Backblaze B2/R2 storage not yet configured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472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CA5A5"/>
                </a:solidFill>
              </a:rPr>
              <a:t>▸  No end-to-end encrypted voice/video (Jitsi handles it)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86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CA5A5"/>
                </a:solidFill>
              </a:rPr>
              <a:t>▸  Single-tenant: one workspace per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25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CA5A5"/>
                </a:solidFill>
              </a:rPr>
              <a:t>▸  No offline mode — requires internet connection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640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CA5A5"/>
                </a:solidFill>
              </a:rPr>
              <a:t>▸  Limited third-party integrations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2029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CA5A5"/>
                </a:solidFill>
              </a:rPr>
              <a:t>▸  Admin panel UX can feel dense for new admins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641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CA5A5"/>
                </a:solidFill>
              </a:rPr>
              <a:t>▸  No calendar sync (Google Calendar / Outlook)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188720"/>
            <a:ext cx="36576" cy="5303520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Only EduTechExOS?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B4FC"/>
                </a:solidFill>
              </a:rPr>
              <a:t>The unique value proposition for EduTechEx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27432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394960" cy="1554480"/>
          </a:xfrm>
          <a:prstGeom prst="rect">
            <a:avLst/>
          </a:prstGeom>
          <a:solidFill>
            <a:srgbClr val="1E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Built FOR Us, BY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Every feature maps to a real EduTechEx workflow. No vendor decides what we can or can't do. We ship a feature request in hours, not months.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5394960" cy="1554480"/>
          </a:xfrm>
          <a:prstGeom prst="rect">
            <a:avLst/>
          </a:prstGeom>
          <a:solidFill>
            <a:srgbClr val="1E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Cost = Zero Ongoing SaaS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Slack Pro: $7.25/seat/month = Rs 7,000+/month for 10 people. Zoom: $150/month. Notion: $96/month. EduTechExOS: self-hosted, pay only for compute.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5394960" cy="1554480"/>
          </a:xfrm>
          <a:prstGeom prst="rect">
            <a:avLst/>
          </a:prstGeom>
          <a:solidFill>
            <a:srgbClr val="1E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108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Data Privacy &amp; 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All messages, files, attendance, and leave data live in our own MongoDB. No third-party reads our data. AES-256 encryption on message content at rest.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394960" cy="1554480"/>
          </a:xfrm>
          <a:prstGeom prst="rect">
            <a:avLst/>
          </a:prstGeom>
          <a:solidFill>
            <a:srgbClr val="1E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108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AI That Knows Our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4747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Unlike generic AI tools, our Gemini Copilot reads our actual channel history, member list, and task board. Answers are grounded in real workspace 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09160"/>
            <a:ext cx="5394960" cy="1554480"/>
          </a:xfrm>
          <a:prstGeom prst="rect">
            <a:avLst/>
          </a:prstGeom>
          <a:solidFill>
            <a:srgbClr val="1E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800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One Login, Everything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663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Dashboard → messaging, meetings, AI, tasks, wiki, leave, attendance — all in one tab. No switching apps. Members stay in flow instead of context-switching.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709160"/>
            <a:ext cx="5394960" cy="1554480"/>
          </a:xfrm>
          <a:prstGeom prst="rect">
            <a:avLst/>
          </a:prstGeom>
          <a:solidFill>
            <a:srgbClr val="1E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4800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Grows With 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1663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Open codebase: we can add custom modules anytime. Mobile app, calendar sync, LMS integration — all on the roadmap and achievable without any vendor dependency.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Roadmap &amp;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B4FC"/>
                </a:solidFill>
              </a:rPr>
              <a:t>What comes next for EduTechExOS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27432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46304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Q3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417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Native mobile app (React Native) — iOS + Android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146304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Q3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965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Google Calendar / Outlook sync for meetings and leaves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23160"/>
            <a:ext cx="146304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5146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Q4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514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Backblaze B2 storage fully configured for large file uploads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146304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063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Q4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0632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Multi-workspace support — one platform, many org units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20439"/>
            <a:ext cx="146304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61187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Q1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61187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LMS integration: link course materials to channels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146304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160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Q1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160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AI auto-generated meeting minutes from recordings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17720"/>
            <a:ext cx="146304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70915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Q2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70915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Public API + Zapier integration for external workflows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66360"/>
            <a:ext cx="146304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257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Q2 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257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End-to-end encrypted DMs (Signal Protocol)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4552" cy="822960"/>
          </a:xfrm>
          <a:prstGeom prst="rect">
            <a:avLst/>
          </a:prstGeom>
          <a:solidFill>
            <a:srgbClr val="3E4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Thank You —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2369</Words>
  <Application>Microsoft Office PowerPoint</Application>
  <PresentationFormat>Custom</PresentationFormat>
  <Paragraphs>306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2026-06-25T06:21:49Z</dcterms:modified>
  <cp:category/>
</cp:coreProperties>
</file>