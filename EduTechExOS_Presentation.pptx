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EduTechExOS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4B8A6"/>
                </a:solidFill>
              </a:rPr>
              <a:t>The AI Operating System Your Institution Runs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606040"/>
            <a:ext cx="7315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Channels · AI Copilot · Tasks · Knowledge Base · Attendance ·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9E0B"/>
                </a:solidFill>
              </a:rPr>
              <a:t>Unify operations. Empower people. Elevate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943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edutechexos.vercel.app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Institutions Are Drowning in Disconnected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📧  Email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Important updates buried in inboxes with no searchable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4747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🗂️  Scattered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94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Docs across Google Drive, WhatsApp, and local folders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645920"/>
            <a:ext cx="34747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❓  No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94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Managers can't track tasks, attendance, or team progress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🤖  Zero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Manual reporting, no smart summaries, no auto task extraction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749039"/>
            <a:ext cx="34747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📊  Siloed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976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HR, academics, and operations use completely separate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749039"/>
            <a:ext cx="34747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⏱️  Wasted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976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Hours lost daily switching between apps, chasing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One Platform. Everything Your Institution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2560320"/>
            <a:ext cx="228600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EduTechExOS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4B8A6"/>
                </a:solidFill>
              </a:rPr>
              <a:t>Central 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4708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🤖 AI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402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Smart summaries, auto task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10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💬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03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Real-time team communication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7731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📋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66359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Auto login/logout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7373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4708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📚 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2402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Wiki with rich text editor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2004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3310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✅ Task 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3703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Kanban with AI extraction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46634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47731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📊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5166359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Dashboards and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108960"/>
            <a:ext cx="1737360" cy="4572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60" y="3108960"/>
            <a:ext cx="1737360" cy="4572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8 Powerful Modules in One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AI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614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Summarise threads, extract tasks, morning digests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78308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64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59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Real-Time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614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Instant messaging with file sharing &amp; reactions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64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59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614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Rich text wiki with version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6459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178308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764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359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Task 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7614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Kanban boards with drag-and-drop &amp; AI auto-fill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59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53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Attendance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560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Auto-tracking via login/logout with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840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0440" y="397764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959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🏖️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553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Leave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9560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Apply, approve &amp; track leaves digitally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40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37960" y="397764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959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53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9560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Visual dashboards for all platform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3840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55480" y="3977640"/>
            <a:ext cx="502920" cy="502920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3959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2340"/>
                </a:solidFill>
              </a:rPr>
              <a:t>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4553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Video Meetings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9560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Face-to-face via integrated video calling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AI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Your Institution's Built-In AI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🧠  Thread Summarisation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AI reads long channel threads and produces crisp, structured summaries on demand — no more scrolling.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✅  Auto Task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5856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Ask AI to scan a conversation and it auto-creates Kanban tasks with titles, descriptions, and assignees.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🌅  Morning Digest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1304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morning, AI delivers a personalised digest of overnight updates, pending tasks, and calendar reminders.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2461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💬  Context-Aware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1304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Ask AI questions about your workspace data — 'What tasks are overdue?' or 'Summarise last week's standup.'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📊  Smart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6752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AI surfaces patterns in attendance, task completion, and team activity with plain-English recommendations.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8006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</a:rPr>
              <a:t>📝  Document Assistance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6752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AI helps write, improve, and format Knowledge Base articles, meeting notes, and announcements.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6309360"/>
            <a:ext cx="33832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6309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Powered by Claude AI (Anthropic)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Fully Automated Attendance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3474720"/>
          </a:xfrm>
          <a:prstGeom prst="rect">
            <a:avLst/>
          </a:prstGeom>
          <a:solidFill>
            <a:srgbClr val="F0FDF9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011680"/>
            <a:ext cx="6400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Login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System records exact login timestamp when user signs in to the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383280"/>
            <a:ext cx="274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828800"/>
            <a:ext cx="2011680" cy="3474720"/>
          </a:xfrm>
          <a:prstGeom prst="rect">
            <a:avLst/>
          </a:prstGeom>
          <a:solidFill>
            <a:srgbClr val="F0FDF9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6400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3375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Live activity sessions track presence every minute while the user is active.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383280"/>
            <a:ext cx="274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828800"/>
            <a:ext cx="2011680" cy="3474720"/>
          </a:xfrm>
          <a:prstGeom prst="rect">
            <a:avLst/>
          </a:prstGeom>
          <a:solidFill>
            <a:srgbClr val="F0FDF9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2011680"/>
            <a:ext cx="6400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Logout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3375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System records logout time and calculates total hours worked.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383280"/>
            <a:ext cx="274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828800"/>
            <a:ext cx="2011680" cy="3474720"/>
          </a:xfrm>
          <a:prstGeom prst="rect">
            <a:avLst/>
          </a:prstGeom>
          <a:solidFill>
            <a:srgbClr val="F0FDF9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2011680"/>
            <a:ext cx="6400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3375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Full Day (≥8h) · Half Day (&lt;8h) · Absent (approved leave).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3383280"/>
            <a:ext cx="274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828800"/>
            <a:ext cx="2011680" cy="3474720"/>
          </a:xfrm>
          <a:prstGeom prst="rect">
            <a:avLst/>
          </a:prstGeom>
          <a:solidFill>
            <a:srgbClr val="F0FDF9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7000" y="2011680"/>
            <a:ext cx="6400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834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2340"/>
                </a:solidFill>
              </a:rPr>
              <a:t>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3375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Admins view attendance history, monthly summaries, and export reports.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6928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7790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2340"/>
                </a:solidFill>
              </a:rPr>
              <a:t>STATUS KEY: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5833872"/>
            <a:ext cx="164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57790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Full Day  ≥ 8 hours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5833872"/>
            <a:ext cx="164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57790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Half Day  &lt; 8 hours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5833872"/>
            <a:ext cx="16459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779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Absent  approved leave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Built on a Modern, Scalable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Next.js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App Router, React Server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015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End-to-end type safety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Tailwind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788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Utility-first styling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36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Zustand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560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Global client state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413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Vercel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33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Zero-config deployment &amp; CDN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645920"/>
            <a:ext cx="36576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24028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Node.js + Express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624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REST API 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01752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081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Socket.IO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4015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Real-time bi-directional 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79476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858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Mongoose / 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1788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Atlas cloud database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57200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636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JWT + HttpOnly Cookies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9560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Secure session auth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534924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413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Render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733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Backend hosting with auto-deploy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645920"/>
            <a:ext cx="36576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&amp; Media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24028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Claude AI (Anthropic)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2624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Summaries, tasks, Q&amp;A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01752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081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Vercel AI SDK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34015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Streaming AI responses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79476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3858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Cloudinary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1788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Image &amp; video CDN uploads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57200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4636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Firebase 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9560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Fallback media storage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5349240"/>
            <a:ext cx="3657600" cy="7040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5413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</a:rPr>
              <a:t>MediaRecorder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733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In-browser audio/video recording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PLATFORM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A Unified Workspace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19202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1746504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1746504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1746504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39112"/>
            <a:ext cx="5340096" cy="1499616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671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💬 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87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Real-time channels with AI thread summaries, file sharing, and emoji reactions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48640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46504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1746504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1424" y="1746504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2039112"/>
            <a:ext cx="5340096" cy="1499616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671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✅ Task 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87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Kanban cards auto-extracted by AI, draggable across Todo / In Progress /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5486400" cy="19202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548640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4032503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096" y="4032503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4032503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4325112"/>
            <a:ext cx="5340096" cy="1499616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53127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📚 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73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Rich text wiki editor with auto-save, page history, and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977639"/>
            <a:ext cx="5486400" cy="19202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77639"/>
            <a:ext cx="548640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4032503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0256" y="4032503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21424" y="4032503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82512" y="4325112"/>
            <a:ext cx="5340096" cy="1499616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53127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📊 Attendance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8737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Live attendance status, monthly summary charts, and export to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2340"/>
                </a:solidFill>
              </a:rPr>
              <a:t>Built to Deliver Measurable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F766E"/>
                </a:solidFill>
              </a:rPr>
              <a:t>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Core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5603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25603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7C3AED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Real-Time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5603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560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Faster Task Mgmt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828800"/>
            <a:ext cx="25603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828800"/>
            <a:ext cx="2560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Avg 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2340"/>
                </a:solidFill>
              </a:rPr>
              <a:t>Why Teams Choose EduTechExOS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✅  No more missed updates — everything in one searchable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✅  AI extracts tasks from conversations automatically — zero manual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64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✅  Attendance tracked passively — no punch-in hardware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64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✅  Morning digest keeps every member aligned without extra 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48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✅  Admins get real-time visibility into team health and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48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✅  Works from any device — web-first, fully responsive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Ready to Transform Your Institution?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EduTechExOS brings together every tool your team uses into one intelligent,
beautiful workspace — with AI built in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256032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Sign In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977639"/>
            <a:ext cx="256032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97763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</a:rPr>
              <a:t>Request a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🌐  edutechexos.vercel.app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📧  jvnpraveen22@gmail.com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Built with ❤️  using Next.js · Claude AI · MongoDB · Socket.IO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